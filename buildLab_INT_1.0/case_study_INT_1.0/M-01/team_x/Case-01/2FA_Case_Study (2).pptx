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2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246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3192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0936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87552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0" y="6035040"/>
            <a:ext cx="45720" cy="457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89903" y="2263140"/>
            <a:ext cx="707405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2FA AUTHENTICATION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2011680" y="3108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  •  Hashing &amp; Forgotten-PIN Recovery  •  Where Hashing Meets Blockchain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50429" y="3749040"/>
            <a:ext cx="402336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loopholes in an otherwise strong 2FA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9164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Hijacking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steals a valid session ID after a real login and reuses it to impersonate the user — no password or PIN needed again.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paths: session sniffing, XSS, session fixation, infostealer malware.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account takeover that bypasses login controls entirely.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49808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Forgotten 2FA PIN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858000" y="2407024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hashed PIN can never be looked up and read back — not even by admins — so a forgotten PIN can lock out a legitimate user.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verify identity through an independent channel, not the forgotten secret itself.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tension: recover access for the owner without opening a shortcut for an attacker.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the solution: how 2FA, hashing, and hash-chains actually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up 2FA?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12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487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PIN, passphrase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9900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HAVE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264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token, passkey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7673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ARE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40416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fingerprint, face, voice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= exactly two of these three factors (a specific case of MFA).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155448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7830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hash_111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366" y="1925726"/>
            <a:ext cx="263347" cy="26334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492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Hashing, concretely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17720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function: PIN in → fixed-length digest out. Same input always gives the same hash; there's no reverse operation.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digest is stored. Login checks 'does this input hash to the stored value?' — it never recovers the original.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salted algorithms (bcrypt, Argon2) resist brute-force guessing even if the database leaks.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38160" y="155448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412480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1440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idea, in blockchain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412480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blockchain is a chain of blocks, and each block stores the hash of the block before it.</a:t>
            </a:r>
            <a:endParaRPr lang="en-US" sz="11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old record and its hash changes — breaking every link after it, so tampering is instantly visible.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(e.g. IBM supply chain, Coinbase/exchange ledgers, DocuSign) reuse this hash-chaining idea for tamper-evident logs, not just currency.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defense for sessions, paired with a controlled recovery path for PINs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Hijacking Defense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311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traffic: HTTPS/TLS, HSTS, Secure/HttpOnly cookies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950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89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sessions: ID regeneration, short timeouts, device binding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49300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93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4381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MFA for sensitive systems and high-risk actions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041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users: safe networks, phishing awareness, logging 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700016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700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6451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continuously: anomaly detection → auto-terminate + alert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Forgot-PIN Recovery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228600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2311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time-limited OTP to verified phone/email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2889504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2889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stored hashed (bcrypt/Argon2) — reset, never retrieved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3493008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3493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34381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on PIN attempts and OTP requests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4096512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4041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codes as a fallback when phone/email is unreachable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470001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4700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40880" y="46451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reset: invalidate other sessions, notify user, log the event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chosen for a specific security or usability requirement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31538"/>
              </p:ext>
            </p:extLst>
          </p:nvPr>
        </p:nvGraphicFramePr>
        <p:xfrm>
          <a:off x="548640" y="1600200"/>
          <a:ext cx="10818607" cy="37002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hijacking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TLS/HSTS, Secure/HttpOnly cookies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traffic; restrict unsafe cookie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hijacking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Regeneration, timeouts, token binding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replay &amp; exposure of active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hijacking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+ incident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anomalies, terminate compromised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Componentized, multi-step recovery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+ DRF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REST endpoints for auth/recovery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integrity: users, OTPs, backup codes, 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TTL-based OTP expiry &amp; rate-limit counters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 / Argon2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purpose-built credential hashing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Forgot-PIN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recovery UI → Django REST API → OTP/hash verification → reset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9476" y="23774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5256" y="25786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7" y="27450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" y="333756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“Forgot PIN?”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089404" y="3291840"/>
            <a:ext cx="219456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327148" y="23774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52928" y="25786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349" y="27450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00300" y="333756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sent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phone/email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037076" y="3291840"/>
            <a:ext cx="219456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274820" y="23774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00600" y="25786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refre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021" y="27450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47972" y="333756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OTP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+ attempt checks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84748" y="3291840"/>
            <a:ext cx="219456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222492" y="23774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48272" y="25786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4693" y="274502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5644" y="333756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PIN-reset token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932420" y="3291840"/>
            <a:ext cx="219456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8170164" y="23774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695944" y="25786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has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2365" y="274502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43316" y="333756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PIN created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hashed &amp; stored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880092" y="3291840"/>
            <a:ext cx="219456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10117836" y="23774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10643616" y="2578608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database_111D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0037" y="274502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190988" y="333756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sessions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invalidated + audit log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PostgreSQL stores users, OTP requests, backup codes, and audit records. Redis backs short-lived OTP TTLs and rate-limit counters. SMS/email gateways deliver OTPs and reset alerts.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 layer runs in parallel: authenticate → create session → TLS + Secure/HttpOnly + regeneration + timeout + binding → monitor for anomalies → invalidate &amp; alert.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01C95-A040-8B3E-F4CA-5288D174B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128" y="343707"/>
            <a:ext cx="7384686" cy="587082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2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faced, and what the solution changes for users and the business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'undo': hashing is deliberately one-way, so recovery always means resetting, not retrieving.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recovery channel (OTP, backup codes) is itself a new attack surface that needs rate limiting.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security friction against usability — too strict and users abandon the flow or resort to unsafe workarounds.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 (timeouts, binding) must not be so aggressive they log out legitimate users constantly.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check_111D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a self-service recovery path — no support ticket needed to regain access.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backdoor exists: even a compromised database can't hand an attacker a usable PIN.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session tokens are caught faster and shut down automatically, shrinking the window of misuse.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give the team visibility into every recovery and session event for post-incident review.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identification to a presentable, defensible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2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ward_111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services, new failure modes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feature (OTP, hashing, monitoring) adds its own dependency and its own way to break.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2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shield_111D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open standards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0" y="2606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and WebAuthn exist so teams don't have to re-invent cryptographic trust from scratch.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2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key_111D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519" y="2050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recovery with authentication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66760" y="2606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can't be bolted on later — it needs the same security mindset as login itself.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2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user_111D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4284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702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is part of security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9834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friction pushes users toward unsafe workarounds, which defeats the control.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2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merge_111D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759" y="442843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2702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before you build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0" y="49834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architecture first surfaced trade-offs and failure points early, not after implementation.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2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66760" y="42976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refresh_111D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442843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2702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Rollouts need a plan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66760" y="49834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auth changes require careful communication and support, not just a code deploy.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2C535707CD1B4ABF8D5DE6AD89EFA4" ma:contentTypeVersion="5" ma:contentTypeDescription="Create a new document." ma:contentTypeScope="" ma:versionID="cfb31544eafd548b3180ac34f1edbcb6">
  <xsd:schema xmlns:xsd="http://www.w3.org/2001/XMLSchema" xmlns:xs="http://www.w3.org/2001/XMLSchema" xmlns:p="http://schemas.microsoft.com/office/2006/metadata/properties" xmlns:ns3="f93dc0f9-2940-4771-921e-9572165bd9de" targetNamespace="http://schemas.microsoft.com/office/2006/metadata/properties" ma:root="true" ma:fieldsID="43fa9421a083cee93d116821090baa97" ns3:_="">
    <xsd:import namespace="f93dc0f9-2940-4771-921e-9572165bd9d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3dc0f9-2940-4771-921e-9572165bd9d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3dc0f9-2940-4771-921e-9572165bd9de" xsi:nil="true"/>
  </documentManagement>
</p:properties>
</file>

<file path=customXml/itemProps1.xml><?xml version="1.0" encoding="utf-8"?>
<ds:datastoreItem xmlns:ds="http://schemas.openxmlformats.org/officeDocument/2006/customXml" ds:itemID="{BB76C7EC-2EB4-4C53-8A7A-E4E4C6CEFF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3dc0f9-2940-4771-921e-9572165bd9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247C98-6C9E-4A4B-BB65-C80578561A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DFDE58-A88A-4148-97BB-4F10F5D81CD2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f93dc0f9-2940-4771-921e-9572165bd9de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1022</Words>
  <Application>Microsoft Office PowerPoint</Application>
  <PresentationFormat>Widescreen</PresentationFormat>
  <Paragraphs>139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PRASHANT SUBEDI</cp:lastModifiedBy>
  <cp:revision>3</cp:revision>
  <dcterms:created xsi:type="dcterms:W3CDTF">2026-08-19T07:42:27Z</dcterms:created>
  <dcterms:modified xsi:type="dcterms:W3CDTF">2026-08-19T15:21:32Z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0x010100602C535707CD1B4ABF8D5DE6AD89EFA4</vt:lpwstr>
  </property>
</Properties>
</file>